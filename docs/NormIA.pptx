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Un corpus que ya venía hecho para 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La unidad de sentido viene delimitada de fábrica.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Umbral semántico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Distancia 0.49 + margen relativo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él, </a:t>
            </a:r>
            <a:r>
              <a:rPr sz="950" b="0">
                <a:solidFill>
                  <a:srgbClr val="15191A"/>
                </a:solidFill>
                <a:latin typeface="Courier New"/>
              </a:rPr>
              <a:t>ORDER BY distancia LIMIT k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siempre devuelve algo, por irrelevante que sea.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Versión citada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corrige contra la versión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Escribió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STI-PO-01 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estando en v2, contradiciendo el pie que él mismo generaba.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Código citado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Verificación documento a documento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PROC-CAL-04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que no existe: venía del ejemplo de formato del propio prompt.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Fundamentación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Bloqueante: descarta y escala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242" y="1389888"/>
            <a:ext cx="497521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3478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6894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285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vectoriza y se buscan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en paralelo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FAQ y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STACK TECNOLÓGICO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testeable; un framework habría escondido justo la parte que aporta el valor. 29 módulos, 177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qwen3.8:27b-mlx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· 1024 dim.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Multilingüe y fuerte en español técnico.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Índice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HNSW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ivfflat: ivfflat entrena centroides sobre los datos ya cargados, y el índice se crea con la tabla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el corpus es documentación interna.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Tablas extraídas preservando celda↔columna. Sin esto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2203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Validación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determinista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juez LLM: un juez comparte los sesgos del generador.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El FAQ es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fuente de recuperación, no caché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la respuesta siempre pasa por los guardrails.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Desde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12 min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lo que costaba un cuelgue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Timeout 120 s con 2 reintentos. Ahora: 45 s sin reintento y cortacircuitos.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177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del guardrail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Lo que queda fuera de Fase 1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WhatsApp, multi-tenant real y despliegue. El alcance se acotó para que lo entregado funcione de verdad.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