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Por qué este problema y no otro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242" y="1389888"/>
            <a:ext cx="497521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3478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6894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285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HERRAMIENTAS Y DESPLIEGUE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CON QUÉ ESTÁ HECHO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comprobable; un framework habría escondido justo la parte que aporta el valor. 29 módulos, 177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qwen3.8:27b-mlx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los documentos son internos.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2203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Desde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12 min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lo que costaba un cuelgue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Antes insistía cuando el modelo se colgaba. Ahora corta a los 45 s y deja de intentarlo si falla tres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177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del guardrail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Lo que queda fuera de Fase 1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WhatsApp, multi-tenant real y despliegue. El alcance se acotó para que lo entregado funcione de verdad.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