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Un corpus que ya venía hecho para esto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El documento ya viene partido en piezas con sentido propio.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¿Se parece lo suficiente?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Hay un mínimo de parecido; por debajo, no responde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esta comprobación la búsqueda devuelve siempre lo más parecido que encuentre, aunque no tenga nada que 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¿Es la versión vigente?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contrasta con la versión real del documento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Dijo que la política iba por la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cuando va por la v2, contradiciendo el pie que él mismo escribía.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¿Existe el documento que cita?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comprueba uno por uno contra la lista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un procedimiento que no existe. Se lo había copiado al ejemplo de formato de sus propias instrucciones.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¿Tiene en qué apoyarse?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Si no, descarta la respuesta y avisa a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242" y="1389888"/>
            <a:ext cx="497521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3478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6894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7285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compara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a la vez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con las preguntas frecuentes y con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STACK TECNOLÓGICO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89760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188976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Framework de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7380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RAG propio · FastAPI · Python 3.12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227380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Sin LangChain ni LlamaIndex.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Cada paso —troceado, umbral, guardrails— es código legible y testeable; un framework habría escondido justo la parte que aporta el valor. 29 módulos, 177 tests.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761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04160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280416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qwen3.8:27b-mlx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vía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804160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64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34512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Comprensión del 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3334512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334512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Convierte cada cláusula en una huella numérica de su significado: es lo que permite buscar por sentido y no por palabras exactas.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3684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864864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3864864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64864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Guarda documentos, conversaciones y la traza de auditoría, y busca por significado. También ignora los acentos: sin eso, «auditoria» no encontraba «auditoría».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672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95216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Mensajería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95216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Widget web · Web Component +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4395216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&lt;script&gt;; los estilos del anfitrión no lo tocan. WhatsApp queda para Fase 2.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755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2556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Despliegue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492556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Docker Compose · uv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2556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Local, sin nube: el corpus es documentación interna. 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279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98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Fuente: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el SGC real de una empresa de servicios, en PDFs controlados.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Tipo: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manuales, políticas, procedimientos, instructivos y formatos, en 11 áreas.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Volumen: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132 documentos → 1043 cláusulas → 730 entradas de FAQ.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la unidad de sentido es la cláusula.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tablas se leen respetando qué valor va con qué columna. Sin eso daba el «tiempo de solución» por el «de respuesta».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2203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Aviso cuando una cláusula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anuncia sin entregar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el contenido está en una imagen.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 revisión es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pidiéndole a otra IA que juzgue: heredaría los mismos errores.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preguntas frecuentes ayudan 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encontrar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la cláusula, pero nunca sustituyen la respuesta.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999863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Desde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12 min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lo que costaba un cuelgue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Antes insistía cuando el modelo se colgaba. Ahora corta a los 45 s y deja de intentarlo si falla tres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177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del guardrail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Lo que queda fuera de Fase 1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WhatsApp, multi-tenant real y despliegue. El alcance se acotó para que lo entregado funcione de verdad.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