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DOCE CONTROLES EN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Y LAS CAPAS QUE NO SE 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Los cuatro descartan. Otros ocho evitan llegar ahí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1648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23164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DÓNDE ACTÚA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16480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IMPIDE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5422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0052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Antes de 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70052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consulta SQL filtra por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documento vigente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Un documento obsoleto no puede aparecer aunque sea el más parecido: es el control más barato y el que más importa en auditoría.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858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76600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Al recuperar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276600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Umbral propio y más estricto para las preguntas frecuentes. Y penalización a las cláusulas de trámite —Objetivo, Alcance, Responsabilidades— que existen en todos los documentos y ganarían siempre.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2465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52672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 que 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3852672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Se detecta cuando el modelo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repite sus propias instrucciones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en vez de responder, y cuando escribe la llamada a una herramienta dentro del texto. Ambas cosas pasaron; ninguna llega al usuario.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0072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28744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Correr ≠ encontrar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4428744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herramienta que devuelve lista vacía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cuenta como respaldo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esto, buscar un tema inexistente desactivaba el control de fundamentación y el bot prometía derivar a Calidad sin registrar nada.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76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04816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los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52928" y="5004816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FAQ se valida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se rechaza toda cifra o código que no esté literalmente en la cláusula. Y ampliar un hallazgo no crea uno nuevo, para no duplicar no conformidades.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5287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8088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el servicio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928" y="558088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Los tiempos de espera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se reintentan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—si colgó 45 s, volverá a colgar— y tras tres fallos seguidos se falla de inmediato durante un minuto en vez de que cada usuario pague la espera completa.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289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70" y="1389888"/>
            <a:ext cx="5668954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438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780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8196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comprobable; un framework habría escondido justo la parte que aporta el valor. 29 módulos, 177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38 % más rápida que la primera versión, que estaba en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45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techo por consulta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Garantizado. Antes, un cuelgue del modelo hacía esperar hasta 12 minutos, porque reintentaba en vez de rendirse.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195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 los guardrails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Seis hallazgos reportados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Inconsistencias reales del SGC que el sistema detectó al ingerirlo, y que nadie había visto. Fue el primer valor entregado, antes de responder una sola pregunta.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